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658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9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07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51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19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12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76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43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56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271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635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68499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88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8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29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03EA4-6801-4382-90A5-F0B7514AB7D8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C421FC5-EB81-41B8-B40D-210B5D52B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0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9BBB-C095-AE14-DF72-BB5244E3F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26" y="2325876"/>
            <a:ext cx="7766936" cy="164630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MIDDLEWARE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49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638B-39A3-B28F-D69F-BCC50296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MIDDLEWARE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C8BEC-9892-94FD-5241-DFF071B0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8138"/>
            <a:ext cx="8596668" cy="45302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 :   NANDHINI N                    - 732225CA033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NAVEENKUMAR K V     - 732225CA034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NAVEENKUMAR R         - 732225CA035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NIKESH S                          - 732225CA036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         :  NANDHA ENGINEERING COLLEGE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: MCA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           : PYTHON (SEMINAR)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               : 2025-2027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18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3A7E-9067-2FBB-7095-4563DEE8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99" y="806245"/>
            <a:ext cx="8596668" cy="796413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Middleware</a:t>
            </a:r>
            <a:b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B9AEED-2DBE-B439-260D-469455C666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1656" y="2129819"/>
            <a:ext cx="775821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Middleware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Built-in Middleware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Middleware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Request/Response Processing Flow</a:t>
            </a:r>
          </a:p>
        </p:txBody>
      </p:sp>
    </p:spTree>
    <p:extLst>
      <p:ext uri="{BB962C8B-B14F-4D97-AF65-F5344CB8AC3E}">
        <p14:creationId xmlns:p14="http://schemas.microsoft.com/office/powerpoint/2010/main" val="208152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2F40-8018-515B-0B25-DEAFE7A91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406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Middleware?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D7AD-3529-3613-C792-74F2BD93C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9143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Middleware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plugin layer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client request and the Django view.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the request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view runs and processes the response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reaches the browser.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globally to the entire application.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features like security checks, authentication, logging, sessions, and request modification.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77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EE58-13A3-B22E-8FF5-68547C93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69" y="688259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Middleware 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284D-ED58-58A0-2113-064AA160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86" y="1757466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repeated code inside views by placing common logic in one place.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CSRF protection, session handling, and security headers.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implement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permission control.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caching and compression.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 consistent workflow for every request and response.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59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5C43-052F-289C-E9CB-44645248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Built-in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61D92-1857-3897-4394-40297434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524000"/>
            <a:ext cx="9596284" cy="43108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built-in middleware and purpose:</a:t>
            </a:r>
          </a:p>
          <a:p>
            <a:pPr marL="0" indent="0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Adds security headers, HTTPS redirects.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&amp; manages user session data.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Performs URL rewriting, APPEND_SLASH,     ETags.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Csrf View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against CSRF attacks in forms.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Links user object to each request.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Adds temporary success/error message support.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 Middleware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multi-language (i18n) functionality.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02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5534-60F5-D896-21C6-FCC160E9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Custom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AADB5-0E27-011D-4EAD-69FAFA761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6911"/>
            <a:ext cx="8830460" cy="51005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Python class in your app (middleware.py).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__init__ and __call__ for basic processing.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Optionally add hooks like process_view(), </a:t>
            </a:r>
            <a:r>
              <a:rPr lang="en-IN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process_exception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your class to settings.py → MIDDLEWARE list.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automatically executes your middleware for every request.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(concept):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user activity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certain IPs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custom HTTP headers</a:t>
            </a:r>
          </a:p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performance time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60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ECD7-7310-BB41-1D2D-D6881299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7252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2E9F-3B0F-FE4A-A986-65E3DF14A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92" y="1629647"/>
            <a:ext cx="8596668" cy="4771153"/>
          </a:xfrm>
        </p:spPr>
        <p:txBody>
          <a:bodyPr>
            <a:normAutofit fontScale="85000" lnSpcReduction="1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supports 5 important middleware hooks: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__init__(get_response)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once when the server starts; initializes middleware.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__call__(request)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entry point; runs for every request and response.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process_view(request, view_func, view_args, view_kwargs)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view; useful for access control, validation.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process_exception(request, exception)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if a view throws an error; helps in custom error pages.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process_template_response(request, response)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when a view returns a template response; modifies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835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0D49-E3AE-48FC-7F10-CDAF044E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071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Request/Response Processing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B522B-CCC4-F92C-9BFE-CC82D114F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40311"/>
            <a:ext cx="8968111" cy="4621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Steps: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sends a request to Django.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travels through middleware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→ bottom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function is executed.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is generated by the view.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travels back through middleware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→ 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processed response is sent to the client.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 through the middleware chain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reverse order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08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E212-20F9-BB6D-603B-8C50425C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574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32723-DAD5-F20C-3843-5C884F26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6852"/>
            <a:ext cx="8596668" cy="526025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Middleware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activity, IP, timestamps.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Authorization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only authorized users access protected pages.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Middleware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custom error pages instead of default errors.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Monitoring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execution time of views.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 Middleware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users sending too many requests.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Response Headers Middleware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security or tracking headers.</a:t>
            </a:r>
          </a:p>
        </p:txBody>
      </p:sp>
    </p:spTree>
    <p:extLst>
      <p:ext uri="{BB962C8B-B14F-4D97-AF65-F5344CB8AC3E}">
        <p14:creationId xmlns:p14="http://schemas.microsoft.com/office/powerpoint/2010/main" val="56710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EFEA-A401-3975-36C8-AFEE6BA6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308" y="2768600"/>
            <a:ext cx="8596668" cy="1320800"/>
          </a:xfrm>
        </p:spPr>
        <p:txBody>
          <a:bodyPr/>
          <a:lstStyle/>
          <a:p>
            <a:pPr algn="ctr"/>
            <a:r>
              <a:rPr lang="en-US" sz="4800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54303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596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Wingdings 3</vt:lpstr>
      <vt:lpstr>Facet</vt:lpstr>
      <vt:lpstr>DJANGO MIDDLEWARE </vt:lpstr>
      <vt:lpstr>DJANGO MIDDLEWARE </vt:lpstr>
      <vt:lpstr>Django Middleware </vt:lpstr>
      <vt:lpstr>What is Middleware?</vt:lpstr>
      <vt:lpstr>Why Middleware is Important?</vt:lpstr>
      <vt:lpstr>Django Built-in Middleware</vt:lpstr>
      <vt:lpstr>Creating Custom Middleware</vt:lpstr>
      <vt:lpstr>Middleware Methods</vt:lpstr>
      <vt:lpstr>Request/Response Processing Flow</vt:lpstr>
      <vt:lpstr>Real-World Use Cases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NANDHINI N</dc:creator>
  <cp:lastModifiedBy>NANDHINI N</cp:lastModifiedBy>
  <cp:revision>1</cp:revision>
  <dcterms:created xsi:type="dcterms:W3CDTF">2025-12-12T12:54:44Z</dcterms:created>
  <dcterms:modified xsi:type="dcterms:W3CDTF">2025-12-12T13:41:28Z</dcterms:modified>
</cp:coreProperties>
</file>